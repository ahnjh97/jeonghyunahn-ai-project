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0DA75-14E7-4A7B-A597-21DFA0A3B34C}" v="1056" dt="2026-03-20T06:58:43.950"/>
    <p1510:client id="{6D75943B-ED69-4622-A6A0-E59B158AFEE9}" v="761" dt="2026-03-20T06:14:17.887"/>
    <p1510:client id="{A3B05A1E-47E9-43DD-9558-CCBA50829151}" v="283" dt="2026-03-20T07:06:12.221"/>
    <p1510:client id="{D327AE30-57F7-4774-8924-6D42A1ACF074}" v="545" dt="2026-03-20T01:38:51.973"/>
    <p1510:client id="{E94B1781-80C5-45B0-A137-0B853E0DA802}" v="998" dt="2026-03-20T07:33:18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0:57:56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8886 728 16383 0 0,'3'0'0'0'0,"3"0"0"0"0,0 2 0 0 0,2 6 0 0 0,-1 3 0 0 0,-1 5 0 0 0,-1 3 0 0 0,2-4 0 0 0,1 1 0 0 0,-1-3 0 0 0,0 0 0 0 0,0 1 0 0 0,-2-1 0 0 0,1-2 0 0 0,-1 2 0 0 0,-1 1 0 0 0,1-2 0 0 0,0-1 0 0 0,-1 1 0 0 0,1-3 0 0 0,0 0 0 0 0,2-1 0 0 0,-1 0 0 0 0,1-2 0 0 0,4 0 0 0 0,5-3 0 0 0,-1-1 0 0 0,1-2 0 0 0,0 0 0 0 0,-1 0 0 0 0,1 0 0 0 0,1 0 0 0 0,1-1 0 0 0,0 1 0 0 0,-1 0 0 0 0,-3-3 0 0 0,-2 0 0 0 0,0 0 0 0 0,-3-2 0 0 0,0 1 0 0 0,2-3 0 0 0,2 1 0 0 0,0-2 0 0 0,1 3 0 0 0,-1-1 0 0 0,-2-2 0 0 0,-1-1 0 0 0,-1 0 0 0 0,-5 1 0 0 0,-6 2 0 0 0,-8 1 0 0 0,-3 3 0 0 0,-4 0 0 0 0,0 2 0 0 0,0 0 0 0 0,1 0 0 0 0,0 1 0 0 0,1-1 0 0 0,1 5 0 0 0,1 2 0 0 0,-2-1 0 0 0,0 1 0 0 0,0-1 0 0 0,1 0 0 0 0,1-1 0 0 0,2 1 0 0 0,-1 0 0 0 0,-3 0 0 0 0,-1-1 0 0 0,0 1 0 0 0,-1 0 0 0 0,1 2 0 0 0,1 0 0 0 0,0-1 0 0 0,-2 4 0 0 0,-1 0 0 0 0,0 1 0 0 0,4-1 0 0 0,2-1 0 0 0,-1-1 0 0 0,1-2 0 0 0,1 1 0 0 0,1-2 0 0 0,1 2 0 0 0,-1-2 0 0 0,-3 1 0 0 0,-1 2 0 0 0,0-1 0 0 0,2 3 0 0 0,-1 2 0 0 0,2 1 0 0 0,1-2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0:57:56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7934 1122 16383 0 0,'-3'0'0'0'0,"1"3"0"0"0,-5 0 0 0 0,-1-1 0 0 0,0 4 0 0 0,-1-2 0 0 0,3-2 0 0 0,6-2 0 0 0,2-4 0 0 0,4 0 0 0 0,2 0 0 0 0,7 0 0 0 0,1-1 0 0 0,1 1 0 0 0,0 0 0 0 0,0 1 0 0 0,0 1 0 0 0,-2 2 0 0 0,3 0 0 0 0,-1 0 0 0 0,1 0 0 0 0,-4-3 0 0 0,-1 0 0 0 0,0 1 0 0 0,-1-1 0 0 0,1 2 0 0 0,0 0 0 0 0,3 0 0 0 0,2 1 0 0 0,-1 0 0 0 0,0 0 0 0 0,-1 0 0 0 0,0-4 0 0 0,-1-2 0 0 0,2 0 0 0 0,1 1 0 0 0,-1 1 0 0 0,0 3 0 0 0,-1-1 0 0 0,-1 2 0 0 0,0 0 0 0 0,2 0 0 0 0,1 0 0 0 0,0 1 0 0 0,-2-1 0 0 0,0 0 0 0 0,0 0 0 0 0,-1 0 0 0 0,2 0 0 0 0,1 0 0 0 0,-1 0 0 0 0,0 0 0 0 0,-1 0 0 0 0,0 0 0 0 0,-1 0 0 0 0,-1 0 0 0 0,-2 2 0 0 0,-4 3 0 0 0,-4 1 0 0 0,-7 0 0 0 0,-5-1 0 0 0,-3-3 0 0 0,-3 0 0 0 0,-1-1 0 0 0,-3-1 0 0 0,0 0 0 0 0,2 1 0 0 0,1 3 0 0 0,2-2 0 0 0,-1 1 0 0 0,1-1 0 0 0,0-2 0 0 0,-4 0 0 0 0,0 1 0 0 0,-1-1 0 0 0,1-1 0 0 0,2 1 0 0 0,-1 0 0 0 0,0 0 0 0 0,0 0 0 0 0,-2 0 0 0 0,0 0 0 0 0,1 0 0 0 0,1 0 0 0 0,1 0 0 0 0,0 0 0 0 0,-2 0 0 0 0,0 0 0 0 0,-1 0 0 0 0,1 0 0 0 0,1 0 0 0 0,0 0 0 0 0,2 0 0 0 0,-1 0 0 0 0,4-2 0 0 0,-4-2 0 0 0,1 2 0 0 0,-1-1 0 0 0,0-3 0 0 0,0-1 0 0 0,0 0 0 0 0,1 2 0 0 0,1 0 0 0 0,-1-1 0 0 0,0 2 0 0 0,-1 2 0 0 0,0 0 0 0 0,0 1 0 0 0,2-1 0 0 0,2-2 0 0 0,2-1 0 0 0,3-2 0 0 0,-1-1 0 0 0,2-1 0 0 0,1-1 0 0 0,-3 2 0 0 0,-1-4 0 0 0,1-2 0 0 0,0 2 0 0 0,0 0 0 0 0,2 0 0 0 0,2 1 0 0 0,0-2 0 0 0,2 0 0 0 0,1-3 0 0 0,0-1 0 0 0,1 0 0 0 0,-1 1 0 0 0,0 0 0 0 0,0 1 0 0 0,5 3 0 0 0,2 1 0 0 0,-1 0 0 0 0,2 3 0 0 0,-1-4 0 0 0,1 1 0 0 0,-2 1 0 0 0,-1-2 0 0 0,1 3 0 0 0,0 0 0 0 0,-2-2 0 0 0,-1 0 0 0 0,-1-1 0 0 0,1 1 0 0 0,1-1 0 0 0,-2-2 0 0 0,4 1 0 0 0,1 4 0 0 0,5 3 0 0 0,3 3 0 0 0,1 1 0 0 0,1 1 0 0 0,-1 2 0 0 0,0-1 0 0 0,0 1 0 0 0,2 0 0 0 0,-1-1 0 0 0,1 0 0 0 0,-1 0 0 0 0,-1 0 0 0 0,0 0 0 0 0,-1 0 0 0 0,-1 0 0 0 0,3 0 0 0 0,0 0 0 0 0,0 0 0 0 0,0 0 0 0 0,0 0 0 0 0,-2 0 0 0 0,0 0 0 0 0,2 0 0 0 0,1 0 0 0 0,-1 0 0 0 0,0 0 0 0 0,-1 0 0 0 0,-1 0 0 0 0,0 0 0 0 0,2 0 0 0 0,1 0 0 0 0,0 0 0 0 0,-2 0 0 0 0,0 0 0 0 0,0 0 0 0 0,-1 0 0 0 0,2 0 0 0 0,1 0 0 0 0,-1 0 0 0 0,0 0 0 0 0,-1 0 0 0 0,0 0 0 0 0,-1 0 0 0 0,-1 0 0 0 0,3 0 0 0 0,0 0 0 0 0,1 0 0 0 0,-1 0 0 0 0,-1 0 0 0 0,-1 0 0 0 0,0 0 0 0 0,2 0 0 0 0,1 0 0 0 0,-1 0 0 0 0,0 0 0 0 0,-1 0 0 0 0,0 0 0 0 0,-1 0 0 0 0,2 0 0 0 0,1 0 0 0 0,-2 0 0 0 0,1 0 0 0 0,-1 0 0 0 0,0 0 0 0 0,-1 0 0 0 0,-1 0 0 0 0,3 0 0 0 0,1 0 0 0 0,0 0 0 0 0,-1 0 0 0 0,-2 0 0 0 0,1 0 0 0 0,-1 0 0 0 0,2 0 0 0 0,1 0 0 0 0,-1 0 0 0 0,0 0 0 0 0,-1 0 0 0 0,0 0 0 0 0,-1 0 0 0 0,2 0 0 0 0,0 0 0 0 0,0 0 0 0 0,0 0 0 0 0,0 0 0 0 0,-2 0 0 0 0,0 0 0 0 0,2 0 0 0 0,0 0 0 0 0,1 0 0 0 0,-1 0 0 0 0,-1 0 0 0 0,-1 0 0 0 0,0 0 0 0 0,-3-2 0 0 0,-1-1 0 0 0,3 0 0 0 0,1 0 0 0 0,0 2 0 0 0,1-1 0 0 0,0 2 0 0 0,-1 0 0 0 0,0 0 0 0 0,2 0 0 0 0,-1 3 0 0 0,-2-1 0 0 0,-2 7 0 0 0,-4 2 0 0 0,-4 1 0 0 0,-1 3 0 0 0,1-2 0 0 0,-2-1 0 0 0,1-1 0 0 0,-1 1 0 0 0,-1 3 0 0 0,-1 1 0 0 0,1 1 0 0 0,-1-1 0 0 0,-1-1 0 0 0,1 0 0 0 0,3-2 0 0 0,0-2 0 0 0,0 0 0 0 0,0 2 0 0 0,-1 3 0 0 0,-1-1 0 0 0,-1 0 0 0 0,0 1 0 0 0,0-1 0 0 0,0-1 0 0 0,0 2 0 0 0,0 2 0 0 0,0-1 0 0 0,2-4 0 0 0,2 0 0 0 0,-2-1 0 0 0,1 0 0 0 0,2-2 0 0 0,-1-1 0 0 0,-1 4 0 0 0,0 1 0 0 0,2-2 0 0 0,-1 0 0 0 0,0 1 0 0 0,-4-4 0 0 0,-5-1 0 0 0,-3-3 0 0 0,-2-2 0 0 0,-4-2 0 0 0,-3-1 0 0 0,1 1 0 0 0,1 3 0 0 0,1-3 0 0 0,0 2 0 0 0,0-2 0 0 0,0 0 0 0 0,-1-1 0 0 0,3 3 0 0 0,-1 0 0 0 0,-1 0 0 0 0,-1-1 0 0 0,-1 0 0 0 0,1-1 0 0 0,0-1 0 0 0,0 0 0 0 0,0 0 0 0 0,-2 0 0 0 0,0 0 0 0 0,-1 0 0 0 0,1 0 0 0 0,1 0 0 0 0,1 0 0 0 0,0 0 0 0 0,-3 0 0 0 0,1 0 0 0 0,0 0 0 0 0,0 0 0 0 0,1 0 0 0 0,0 0 0 0 0,1 0 0 0 0,-2 0 0 0 0,-1 0 0 0 0,1 0 0 0 0,1 0 0 0 0,-1 0 0 0 0,2 0 0 0 0,0 0 0 0 0,-2 0 0 0 0,-1 0 0 0 0,0 0 0 0 0,2 0 0 0 0,0 0 0 0 0,1 0 0 0 0,0 0 0 0 0,0 0 0 0 0,-2 0 0 0 0,-1 0 0 0 0,1 0 0 0 0,0 0 0 0 0,1 0 0 0 0,0 0 0 0 0,1 0 0 0 0,-2-3 0 0 0,0 0 0 0 0,-1 1 0 0 0,1-1 0 0 0,1 1 0 0 0,1 1 0 0 0,0 1 0 0 0,-2 0 0 0 0,0 0 0 0 0,-1 0 0 0 0,1 0 0 0 0,4-3 0 0 0,0 0 0 0 0,2 0 0 0 0,-2 1 0 0 0,1 1 0 0 0,-4-1 0 0 0,2-1 0 0 0,0 0 0 0 0,0 0 0 0 0,0 1 0 0 0,3-2 0 0 0,0-1 0 0 0,2-2 0 0 0,1-3 0 0 0,1 1 0 0 0,-1 0 0 0 0,2-1 0 0 0,-4 3 0 0 0,0-1 0 0 0,0 1 0 0 0,1 0 0 0 0,2-2 0 0 0,0 1 0 0 0,1-1 0 0 0,-1 1 0 0 0,1-2 0 0 0,-1 0 0 0 0,0 0 0 0 0,0 1 0 0 0,0 0 0 0 0,0 1 0 0 0,-5 3 0 0 0,-3 2 0 0 0,3-1 0 0 0,-2-1 0 0 0,2 2 0 0 0,-1 1 0 0 0,2-2 0 0 0,1 1 0 0 0,-2-1 0 0 0,3-1 0 0 0,-3 1 0 0 0,1-2 0 0 0,0 0 0 0 0,1-3 0 0 0,4-4 0 0 0,-1 2 0 0 0,0 0 0 0 0,4-1 0 0 0,2 2 0 0 0,8 3 0 0 0,2-1 0 0 0,1 2 0 0 0,4 2 0 0 0,-1 1 0 0 0,2 2 0 0 0,-1 1 0 0 0,1 0 0 0 0,3 0 0 0 0,0 0 0 0 0,0 0 0 0 0,-2 0 0 0 0,1 0 0 0 0,-2 0 0 0 0,0 0 0 0 0,3 1 0 0 0,-1-1 0 0 0,1 0 0 0 0,-2-1 0 0 0,0 1 0 0 0,0 0 0 0 0,-1 0 0 0 0,2 0 0 0 0,1 0 0 0 0,-1 0 0 0 0,0 0 0 0 0,-1 0 0 0 0,0 0 0 0 0,-1 0 0 0 0,-1 0 0 0 0,3 0 0 0 0,0 0 0 0 0,1 0 0 0 0,-1 0 0 0 0,-1 0 0 0 0,-1 0 0 0 0,0 0 0 0 0,2 0 0 0 0,1 0 0 0 0,-1 0 0 0 0,0 0 0 0 0,-1 0 0 0 0,0 0 0 0 0,-1 0 0 0 0,-6 0 0 0 0,-6 0 0 0 0,-6 0 0 0 0,-5 0 0 0 0,-4 0 0 0 0,-5 0 0 0 0,1 3 0 0 0,1 0 0 0 0,0 0 0 0 0,0 0 0 0 0,0-2 0 0 0,0 1 0 0 0,1-2 0 0 0,-3 0 0 0 0,0 0 0 0 0,0 0 0 0 0,0 0 0 0 0,0 0 0 0 0,2 0 0 0 0,0 0 0 0 0,0 0 0 0 0,-2 0 0 0 0,-1 0 0 0 0,4 2 0 0 0,0 1 0 0 0,2 0 0 0 0,-2 0 0 0 0,1-1 0 0 0,0-1 0 0 0,-4-1 0 0 0,0 0 0 0 0,7 0 0 0 0,8 0 0 0 0,6 0 0 0 0,6 0 0 0 0,3 0 0 0 0,1 0 0 0 0,2 0 0 0 0,3 0 0 0 0,-1 0 0 0 0,1 0 0 0 0,-1 0 0 0 0,-1 0 0 0 0,-1 0 0 0 0,-1 0 0 0 0,0 0 0 0 0,1 0 0 0 0,1 0 0 0 0,1 0 0 0 0,-4-3 0 0 0,-1 0 0 0 0,-1 0 0 0 0,0 0 0 0 0,-1-1 0 0 0,-1 1 0 0 0,3-1 0 0 0,0-2 0 0 0,-1 2 0 0 0,-1-3 0 0 0,-4 0 0 0 0,-7-2 0 0 0,-7 3 0 0 0,-3 1 0 0 0,-4 3 0 0 0,-1 0 0 0 0,-1 2 0 0 0,0-5 0 0 0,-2-1 0 0 0,-1 1 0 0 0,1 0 0 0 0,1 2 0 0 0,0 1 0 0 0,1 1 0 0 0,2 1 0 0 0,2-3 0 0 0,0 0 0 0 0,6 0 0 0 0,6 2 0 0 0,5-1 0 0 0,4 1 0 0 0,4 0 0 0 0,1 1 0 0 0,4 0 0 0 0,1 0 0 0 0,-1 0 0 0 0,0 1 0 0 0,-1-1 0 0 0,-1 0 0 0 0,-1 0 0 0 0,3 0 0 0 0,-1 0 0 0 0,0 0 0 0 0,0 0 0 0 0,-1 0 0 0 0,0 0 0 0 0,-1 0 0 0 0,2 0 0 0 0,1 0 0 0 0,-2 0 0 0 0,1 0 0 0 0,-1 0 0 0 0,0 0 0 0 0,-1 0 0 0 0,-1 0 0 0 0,3 0 0 0 0,1 0 0 0 0,0 0 0 0 0,-1 0 0 0 0,-2 0 0 0 0,1 0 0 0 0,-1 0 0 0 0,2 0 0 0 0,1 0 0 0 0,-1 0 0 0 0,2 0 0 0 0,1 0 0 0 0,0 0 0 0 0,2 0 0 0 0,-3 0 0 0 0,-1 0 0 0 0,-1 0 0 0 0,-1 0 0 0 0,-2 0 0 0 0,-2 4 0 0 0,1 3 0 0 0,2-1 0 0 0,0-2 0 0 0,0 0 0 0 0,0-2 0 0 0,-1-1 0 0 0,1 0 0 0 0,0-1 0 0 0,2 0 0 0 0,1 2 0 0 0,-1 0 0 0 0,0 2 0 0 0,-1-3 0 0 0,-1 1 0 0 0,0-1 0 0 0,3 2 0 0 0,0 1 0 0 0,-4 1 0 0 0,-3 2 0 0 0,-1 1 0 0 0,-3 1 0 0 0,-1 1 0 0 0,-4 2 0 0 0,0 2 0 0 0,-2 2 0 0 0,0 1 0 0 0,-1-1 0 0 0,1 1 0 0 0,-1-2 0 0 0,1-1 0 0 0,0 3 0 0 0,-2-2 0 0 0,-2-2 0 0 0,1 0 0 0 0,-5-2 0 0 0,0-1 0 0 0,-1-2 0 0 0,0 0 0 0 0,2 1 0 0 0,0-1 0 0 0,0 0 0 0 0,0-1 0 0 0,-2 3 0 0 0,-1 0 0 0 0,1 1 0 0 0,-2-2 0 0 0,-2-3 0 0 0,1 1 0 0 0,-2-1 0 0 0,1-2 0 0 0,0-1 0 0 0,1 0 0 0 0,2 1 0 0 0,-1-1 0 0 0,-1-1 0 0 0,2 3 0 0 0,-1-2 0 0 0,-2 0 0 0 0,-2 0 0 0 0,2 1 0 0 0,0 0 0 0 0,1-1 0 0 0,-2-1 0 0 0,4 3 0 0 0,-1-1 0 0 0,1-1 0 0 0,-5 0 0 0 0,2 3 0 0 0,0 1 0 0 0,-1 0 0 0 0,0-1 0 0 0,1 1 0 0 0,-1-2 0 0 0,0-1 0 0 0,-3-3 0 0 0,-1 0 0 0 0,0 0 0 0 0,2-2 0 0 0,-1 1 0 0 0,2 0 0 0 0,0-1 0 0 0,0 1 0 0 0,-2 0 0 0 0,-1 0 0 0 0,1 0 0 0 0,0 0 0 0 0,1 0 0 0 0,0 0 0 0 0,1 0 0 0 0,-2 0 0 0 0,0 0 0 0 0,-1 0 0 0 0,4 3 0 0 0,1-1 0 0 0,1 2 0 0 0,0-2 0 0 0,-2 0 0 0 0,-1-1 0 0 0,-2 0 0 0 0,0-1 0 0 0,0 0 0 0 0,1 0 0 0 0,0 0 0 0 0,1-1 0 0 0,-2 1 0 0 0,-1 0 0 0 0,1 0 0 0 0,0 0 0 0 0,1 0 0 0 0,0 0 0 0 0,1 0 0 0 0,1 0 0 0 0,2-3 0 0 0,-2 1 0 0 0,0-2 0 0 0,-1 2 0 0 0,0 0 0 0 0,0 1 0 0 0,2-4 0 0 0,2-2 0 0 0,-1 1 0 0 0,-2 2 0 0 0,-2 1 0 0 0,-1 1 0 0 0,1 0 0 0 0,0 2 0 0 0,0 0 0 0 0,1 0 0 0 0,3-1 0 0 0,-1-3 0 0 0,-2 2 0 0 0,0-1 0 0 0,0 2 0 0 0,0 0 0 0 0,0 1 0 0 0,0-1 0 0 0,-2 1 0 0 0,0 1 0 0 0,1-4 0 0 0,2 0 0 0 0,2 0 0 0 0,-1 1 0 0 0,-1 0 0 0 0,1 1 0 0 0,-1 0 0 0 0,2 4 0 0 0,-1 0 0 0 0,1 5 0 0 0,0 0 0 0 0,2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6T00:57:56.6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9613 1230 16383 0 0,'-5'0'0'0'0,"-4"0"0"0"0,-3 0 0 0 0,-2 0 0 0 0,-1 0 0 0 0,0 0 0 0 0,-1 0 0 0 0,-2 0 0 0 0,0 0 0 0 0,0 0 0 0 0,1 3 0 0 0,1 0 0 0 0,0 0 0 0 0,1-1 0 0 0,1 0 0 0 0,-3-1 0 0 0,-1-1 0 0 0,1 0 0 0 0,0 0 0 0 0,1 0 0 0 0,1 0 0 0 0,0 0 0 0 0,-2 0 0 0 0,-1 0 0 0 0,0 0 0 0 0,2 0 0 0 0,0 0 0 0 0,0 0 0 0 0,1 0 0 0 0,-2 0 0 0 0,-1 0 0 0 0,1 0 0 0 0,0 0 0 0 0,1 0 0 0 0,0 0 0 0 0,1 0 0 0 0,6 0 0 0 0,6 0 0 0 0,7 0 0 0 0,4 0 0 0 0,4 0 0 0 0,4 0 0 0 0,2 0 0 0 0,2 2 0 0 0,-2 2 0 0 0,-3-1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6AA23D-13A2-D472-4095-E1C32CD9C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995707"/>
              </p:ext>
            </p:extLst>
          </p:nvPr>
        </p:nvGraphicFramePr>
        <p:xfrm>
          <a:off x="9742822" y="973027"/>
          <a:ext cx="2174094" cy="2141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 dirty="0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dirty="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네비게이션 바 로고 버튼. 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페이지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새로고침 수행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 dirty="0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로그아웃 및 로그인 버튼.</a:t>
                      </a:r>
                      <a:endParaRPr lang="en-US" altLang="ko-KR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로그아웃 후 로그인 버튼으로 전환되거나, 로그인 페이지로 이동</a:t>
                      </a:r>
                      <a:endParaRPr lang="ko-K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dirty="0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회원정보 수정 및 회원가입 버튼.</a:t>
                      </a:r>
                    </a:p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회원정보 수정 페이지로 이동하거나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회원가입 페이지로 이동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 dirty="0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서비스 시작 버튼.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클릭 시 예보 서비스 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E260854-B640-2B07-543E-4E78B269E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723804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메인 대시보드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AIR-D-01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브랜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A03DF6-3669-6760-2C05-15A07A1A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65" y="1133851"/>
            <a:ext cx="9242325" cy="52171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2AB070-F439-9B12-8EC1-8F0D4E71EFFE}"/>
              </a:ext>
            </a:extLst>
          </p:cNvPr>
          <p:cNvSpPr txBox="1">
            <a:spLocks/>
          </p:cNvSpPr>
          <p:nvPr/>
        </p:nvSpPr>
        <p:spPr>
          <a:xfrm>
            <a:off x="1028527" y="1577019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99E7D-8F00-E534-7AAB-B04BB3E5B817}"/>
              </a:ext>
            </a:extLst>
          </p:cNvPr>
          <p:cNvSpPr txBox="1">
            <a:spLocks/>
          </p:cNvSpPr>
          <p:nvPr/>
        </p:nvSpPr>
        <p:spPr>
          <a:xfrm>
            <a:off x="8414843" y="1578831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D6CBC-E72E-17A9-3830-ACD22FE7FB5B}"/>
              </a:ext>
            </a:extLst>
          </p:cNvPr>
          <p:cNvSpPr txBox="1">
            <a:spLocks/>
          </p:cNvSpPr>
          <p:nvPr/>
        </p:nvSpPr>
        <p:spPr>
          <a:xfrm>
            <a:off x="9001567" y="1577018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F4B4C-9298-22A0-D5E7-37AEACD90730}"/>
              </a:ext>
            </a:extLst>
          </p:cNvPr>
          <p:cNvSpPr txBox="1">
            <a:spLocks/>
          </p:cNvSpPr>
          <p:nvPr/>
        </p:nvSpPr>
        <p:spPr>
          <a:xfrm>
            <a:off x="4868712" y="4946897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9A8A-46F0-2496-7302-2F6412AB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114C75F-FF46-6611-9AFD-4FBECA86E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56207"/>
              </p:ext>
            </p:extLst>
          </p:nvPr>
        </p:nvGraphicFramePr>
        <p:xfrm>
          <a:off x="9742822" y="973027"/>
          <a:ext cx="2174094" cy="5348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자치구 선택 드롭다운 메뉴.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/>
                        <a:t>자치구 선택 시 화면 전체가 선택된 자치구의 정보로 변경됨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/>
                        <a:t>네비게이션 바 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로고 버튼</a:t>
                      </a:r>
                      <a:r>
                        <a:rPr lang="ko-KR" altLang="en-US" sz="800"/>
                        <a:t>.​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클릭 시 데이터 새로고침 수행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회원정보 수정 및 회원가입 버튼.</a:t>
                      </a:r>
                    </a:p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회원정보 수정 페이지로 이동하거나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회원가입 페이지로 이동.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로그아웃 및 로그인 버튼.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/>
                        <a:t>클릭 시 로그아웃 후 로그인 버튼으로 전환되거나, 로그인 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선택된 자치구의 과거 및 향후 3일간의 단계별 예측치를 시각화한 그래프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선택된 자치구의 현재 미세먼지 농도. Hover 시 0~3일 전의 미세먼지 농도를 보여주는 팝오버 노출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03672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선택된 자치구의 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0~3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일 후의 호흡기 질환 환자 수 예측값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시 해당 예측에 대한 근거 관련 팝오버 노출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201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프로필과 선택된 자치구의 예측 데이터를 결합하여, 향후 3일간의 건강 위험도를 확률로 시각화한 위젯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Hover 시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해당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대한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제공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8754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</a:rPr>
                        <a:t>서울시 자치구별 예측 환자 수 위험도를 나타내는 단계 구분도.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</a:rPr>
                        <a:t>​자치구 클릭 시 화면 전체가 해당 자치구의 정보로 변경됨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08179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10</a:t>
                      </a:r>
                      <a:endParaRPr lang="ko-KR" sz="85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산출된 증상 발현 확률에 따라 사용자의 예방 수칙 및 행동 요령을 제공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84565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0547A1B0-E57C-B191-595C-75E114D9EDE8}"/>
              </a:ext>
            </a:extLst>
          </p:cNvPr>
          <p:cNvGrpSpPr/>
          <p:nvPr/>
        </p:nvGrpSpPr>
        <p:grpSpPr>
          <a:xfrm>
            <a:off x="690394" y="934277"/>
            <a:ext cx="8795597" cy="5831759"/>
            <a:chOff x="2137" y="12290"/>
            <a:chExt cx="9926306" cy="6858000"/>
          </a:xfrm>
        </p:grpSpPr>
        <p:pic>
          <p:nvPicPr>
            <p:cNvPr id="2" name="그림 1" descr="텍스트, 스크린샷, 소프트웨어, 컴퓨터 아이콘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DA28D51-5819-5162-FED0-273B6C00C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7" y="12290"/>
              <a:ext cx="9926306" cy="6858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5BD40E-83E0-8755-2468-940B422593A8}"/>
                </a:ext>
              </a:extLst>
            </p:cNvPr>
            <p:cNvSpPr txBox="1">
              <a:spLocks/>
            </p:cNvSpPr>
            <p:nvPr/>
          </p:nvSpPr>
          <p:spPr>
            <a:xfrm>
              <a:off x="487526" y="389617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1C2CC7-E5BB-4F64-0595-8A8CF4499E8E}"/>
                </a:ext>
              </a:extLst>
            </p:cNvPr>
            <p:cNvSpPr txBox="1">
              <a:spLocks/>
            </p:cNvSpPr>
            <p:nvPr/>
          </p:nvSpPr>
          <p:spPr>
            <a:xfrm>
              <a:off x="8506959" y="389615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15119F-DA67-1B64-35C5-0E5E1D65D163}"/>
                </a:ext>
              </a:extLst>
            </p:cNvPr>
            <p:cNvSpPr txBox="1">
              <a:spLocks/>
            </p:cNvSpPr>
            <p:nvPr/>
          </p:nvSpPr>
          <p:spPr>
            <a:xfrm>
              <a:off x="9410297" y="389614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B1ADCA-9F7A-4F9C-DBA6-077725A19B02}"/>
                </a:ext>
              </a:extLst>
            </p:cNvPr>
            <p:cNvSpPr txBox="1">
              <a:spLocks/>
            </p:cNvSpPr>
            <p:nvPr/>
          </p:nvSpPr>
          <p:spPr>
            <a:xfrm>
              <a:off x="4082443" y="1667808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B2E5CC-44C2-1914-822A-86F734472CC8}"/>
                </a:ext>
              </a:extLst>
            </p:cNvPr>
            <p:cNvSpPr txBox="1">
              <a:spLocks/>
            </p:cNvSpPr>
            <p:nvPr/>
          </p:nvSpPr>
          <p:spPr>
            <a:xfrm>
              <a:off x="9150027" y="2183623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8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D7FCC78-98A6-43C5-61F8-B40FC1A05EFA}"/>
                    </a:ext>
                  </a:extLst>
                </p14:cNvPr>
                <p14:cNvContentPartPr/>
                <p14:nvPr/>
              </p14:nvContentPartPr>
              <p14:xfrm>
                <a:off x="1564602" y="181707"/>
                <a:ext cx="237938" cy="185611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D7FCC78-98A6-43C5-61F8-B40FC1A05EF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44335" y="160567"/>
                  <a:ext cx="278067" cy="227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1C29E6D-CE3E-0AAA-8541-6747BDEE3C26}"/>
                    </a:ext>
                  </a:extLst>
                </p14:cNvPr>
                <p14:cNvContentPartPr/>
                <p14:nvPr/>
              </p14:nvContentPartPr>
              <p14:xfrm>
                <a:off x="1142398" y="116975"/>
                <a:ext cx="772425" cy="270141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1C29E6D-CE3E-0AAA-8541-6747BDEE3C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1366" y="42993"/>
                  <a:ext cx="914084" cy="4176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CBFB9EA-7190-AEB7-2BF0-EF5B28EF57BB}"/>
                    </a:ext>
                  </a:extLst>
                </p14:cNvPr>
                <p14:cNvContentPartPr/>
                <p14:nvPr/>
              </p14:nvContentPartPr>
              <p14:xfrm>
                <a:off x="1682443" y="392722"/>
                <a:ext cx="234279" cy="11723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CBFB9EA-7190-AEB7-2BF0-EF5B28EF57B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11511" y="307242"/>
                  <a:ext cx="375738" cy="18219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29B17DD-E794-4843-B133-0C900494F8E4}"/>
                </a:ext>
              </a:extLst>
            </p:cNvPr>
            <p:cNvSpPr txBox="1">
              <a:spLocks/>
            </p:cNvSpPr>
            <p:nvPr/>
          </p:nvSpPr>
          <p:spPr>
            <a:xfrm>
              <a:off x="7110211" y="2312576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9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B146C9-B277-D863-B4E9-71F315B3CEAC}"/>
                </a:ext>
              </a:extLst>
            </p:cNvPr>
            <p:cNvSpPr txBox="1">
              <a:spLocks/>
            </p:cNvSpPr>
            <p:nvPr/>
          </p:nvSpPr>
          <p:spPr>
            <a:xfrm>
              <a:off x="1864135" y="3777961"/>
              <a:ext cx="259466" cy="25937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00" b="1">
                <a:solidFill>
                  <a:schemeClr val="bg1"/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323E78-2FBA-0314-8175-110DADAD73AC}"/>
                </a:ext>
              </a:extLst>
            </p:cNvPr>
            <p:cNvSpPr txBox="1">
              <a:spLocks/>
            </p:cNvSpPr>
            <p:nvPr/>
          </p:nvSpPr>
          <p:spPr>
            <a:xfrm>
              <a:off x="3050811" y="1667807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6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DA03C8-C4E3-F287-6C74-FF27EE42B5E0}"/>
                </a:ext>
              </a:extLst>
            </p:cNvPr>
            <p:cNvSpPr txBox="1"/>
            <p:nvPr/>
          </p:nvSpPr>
          <p:spPr>
            <a:xfrm>
              <a:off x="1820792" y="3783823"/>
              <a:ext cx="339968" cy="21544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ko-KR" altLang="en-US" sz="800" b="1">
                  <a:solidFill>
                    <a:schemeClr val="bg1"/>
                  </a:solidFill>
                  <a:latin typeface="Malgun Gothic"/>
                  <a:ea typeface="Malgun Gothic"/>
                </a:rPr>
                <a:t>10</a:t>
              </a:r>
            </a:p>
          </p:txBody>
        </p:sp>
        <p:pic>
          <p:nvPicPr>
            <p:cNvPr id="4" name="그림 3" descr="텍스트, 로고, 폰트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95DE46F-B6A1-9B5B-F85F-B99DBE209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74975" y="15225"/>
              <a:ext cx="4786050" cy="503550"/>
            </a:xfrm>
            <a:prstGeom prst="rect">
              <a:avLst/>
            </a:prstGeom>
            <a:ln>
              <a:noFill/>
            </a:ln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B52454-FCCE-1853-29C7-8BD778DFE930}"/>
                </a:ext>
              </a:extLst>
            </p:cNvPr>
            <p:cNvSpPr txBox="1">
              <a:spLocks/>
            </p:cNvSpPr>
            <p:nvPr/>
          </p:nvSpPr>
          <p:spPr>
            <a:xfrm>
              <a:off x="5761635" y="407198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2</a:t>
              </a:r>
            </a:p>
          </p:txBody>
        </p:sp>
        <p:pic>
          <p:nvPicPr>
            <p:cNvPr id="21" name="그림 20" descr="폰트, 텍스트, 그래픽, 화이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13A7090-FDC9-DAA2-7981-369C42710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24433" y="2236839"/>
              <a:ext cx="3124200" cy="40558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" name="그림 2" descr="텍스트, 라인, 그래프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B5D3F5D-A7A4-0128-D3B5-460BB1839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2900" y="1527283"/>
              <a:ext cx="1698736" cy="1629107"/>
            </a:xfrm>
            <a:prstGeom prst="rect">
              <a:avLst/>
            </a:prstGeom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B354E1-EABC-0A96-6D18-846AB8CED437}"/>
                </a:ext>
              </a:extLst>
            </p:cNvPr>
            <p:cNvSpPr txBox="1">
              <a:spLocks/>
            </p:cNvSpPr>
            <p:nvPr/>
          </p:nvSpPr>
          <p:spPr>
            <a:xfrm>
              <a:off x="1882477" y="1360551"/>
              <a:ext cx="255012" cy="254925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>
              <a:solidFill>
                <a:srgbClr val="FF0000">
                  <a:alpha val="60000"/>
                </a:srgb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b="1">
                  <a:solidFill>
                    <a:schemeClr val="bg1"/>
                  </a:solidFill>
                  <a:ea typeface="맑은 고딕"/>
                </a:rPr>
                <a:t>5</a:t>
              </a:r>
            </a:p>
          </p:txBody>
        </p:sp>
        <p:pic>
          <p:nvPicPr>
            <p:cNvPr id="5" name="그림 4" descr="그래픽, 로고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66A3EE2-A3B9-2508-4DAE-80EB7723C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63629" y="30726"/>
              <a:ext cx="497759" cy="491614"/>
            </a:xfrm>
            <a:prstGeom prst="rect">
              <a:avLst/>
            </a:prstGeom>
          </p:spPr>
        </p:pic>
      </p:grp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92DED11-20E6-AA37-E3E9-620567461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98498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예보 서비스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AIR-S-01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예보 서비스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16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EB83F-DB5A-7687-C081-F87E36E4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0E495C2-BD4A-1040-AB49-C32A1D832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7438"/>
              </p:ext>
            </p:extLst>
          </p:nvPr>
        </p:nvGraphicFramePr>
        <p:xfrm>
          <a:off x="9742822" y="973027"/>
          <a:ext cx="2174094" cy="32358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네비게이션 바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로고 버튼</a:t>
                      </a: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 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페이지로 이동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현재 회원가입 단계를 나타내는 단계별 인디케이터.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파란색 점(활성화된 점) 클릭 시 해당 단계의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25417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3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나가기 버튼.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 또는 예보 서비스 페이지로 이동 (어느 페이지에 있었는지에 따라)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4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이메일 입력란.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이메일 형식의 텍스트를 입력 받음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5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인증 코드 전송 버튼.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 dirty="0"/>
                        <a:t>이메일 입력란에 입력된 텍스트가 유</a:t>
                      </a:r>
                      <a:r>
                        <a:rPr lang="ko-KR" altLang="en-US" sz="800"/>
                        <a:t>효할 경우, 인증 코드 발송 및 이메</a:t>
                      </a:r>
                      <a:r>
                        <a:rPr lang="ko-KR" altLang="en-US" sz="800" dirty="0"/>
                        <a:t>일 인증 페이지로 이동.</a:t>
                      </a:r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유효하지 않을 경우, 이메일 입력란 아래에 입력된 텍스트가 유효하지 않음을 알리는 경고 문구 출력​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956A3C-C2BE-DFC8-4F73-189E8B7A1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582502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회원 가입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AIR-R-01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or 예보 서비스 -&gt; 회원 가입</a:t>
                      </a:r>
                      <a:endParaRPr lang="ko-KR" sz="10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CD4565-8CC3-F5F8-F0E4-7301CF60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631" y="970935"/>
            <a:ext cx="7892693" cy="5678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D06A92-AB4D-1F36-CDB6-99AECCD5D164}"/>
              </a:ext>
            </a:extLst>
          </p:cNvPr>
          <p:cNvSpPr txBox="1">
            <a:spLocks/>
          </p:cNvSpPr>
          <p:nvPr/>
        </p:nvSpPr>
        <p:spPr>
          <a:xfrm>
            <a:off x="1569301" y="139266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40BD2-676B-4AE1-71F8-81EBF5B9DE9D}"/>
              </a:ext>
            </a:extLst>
          </p:cNvPr>
          <p:cNvSpPr txBox="1">
            <a:spLocks/>
          </p:cNvSpPr>
          <p:nvPr/>
        </p:nvSpPr>
        <p:spPr>
          <a:xfrm>
            <a:off x="6187083" y="2806050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94F65-3B28-F5CF-8E07-481C87982681}"/>
              </a:ext>
            </a:extLst>
          </p:cNvPr>
          <p:cNvSpPr txBox="1">
            <a:spLocks/>
          </p:cNvSpPr>
          <p:nvPr/>
        </p:nvSpPr>
        <p:spPr>
          <a:xfrm>
            <a:off x="4377099" y="3730155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03D183-B711-CA17-29EF-1A5ED9B52017}"/>
              </a:ext>
            </a:extLst>
          </p:cNvPr>
          <p:cNvSpPr txBox="1">
            <a:spLocks/>
          </p:cNvSpPr>
          <p:nvPr/>
        </p:nvSpPr>
        <p:spPr>
          <a:xfrm>
            <a:off x="4853616" y="1356122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61950E-4ACC-A951-53A5-E130E6437873}"/>
              </a:ext>
            </a:extLst>
          </p:cNvPr>
          <p:cNvSpPr txBox="1">
            <a:spLocks/>
          </p:cNvSpPr>
          <p:nvPr/>
        </p:nvSpPr>
        <p:spPr>
          <a:xfrm>
            <a:off x="8528388" y="146640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126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FF9D-76AF-A7CA-35BB-58052F30C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480A7D1-4C00-D16E-C17A-B2B324987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80763"/>
              </p:ext>
            </p:extLst>
          </p:nvPr>
        </p:nvGraphicFramePr>
        <p:xfrm>
          <a:off x="9742822" y="973027"/>
          <a:ext cx="2174094" cy="36712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네비게이션 바 로고 버튼. 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페이지로 이동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현재 회원가입 단계를 나타내는 단계별 인디케이터.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파란색 점(활성화된 점) 클릭 시 해당 단계의 페이지로 이동</a:t>
                      </a:r>
                      <a:endParaRPr lang="ko-KR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나가기 버튼.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페이지 또는 예보 서비스 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 (어느 </a:t>
                      </a: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페이지에 있었는지에 따라)</a:t>
                      </a:r>
                      <a:endParaRPr lang="ko-K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이메일 수정 버튼.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클릭 시 이전 페이지(회원 가입 페이지)로 이동​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인증 코드 입력란.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숫자 6개를 입력 받음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인증 코드 재전송 버튼.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800"/>
                        <a:t>새 인증 코드를 메일로 다시 발송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03672"/>
                  </a:ext>
                </a:extLst>
              </a:tr>
              <a:tr h="4615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다음 버튼.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다음 페이지(​회원 정보 입력 페이지)로 이동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2011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28696ED-E257-EF2F-C859-CC4D65FB8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84903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이메일 인증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AIR-R-02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or 예보 서비스 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회원 가입 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이메일 인증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AF509C-597F-D635-BC1E-DFBF28E3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5" y="970936"/>
            <a:ext cx="7898738" cy="55920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5D0716-1F4F-50ED-2693-D413E03521F6}"/>
              </a:ext>
            </a:extLst>
          </p:cNvPr>
          <p:cNvSpPr txBox="1">
            <a:spLocks/>
          </p:cNvSpPr>
          <p:nvPr/>
        </p:nvSpPr>
        <p:spPr>
          <a:xfrm>
            <a:off x="1569301" y="139266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87EAC-88ED-2EEC-AAB1-28635DC7E0D4}"/>
              </a:ext>
            </a:extLst>
          </p:cNvPr>
          <p:cNvSpPr txBox="1">
            <a:spLocks/>
          </p:cNvSpPr>
          <p:nvPr/>
        </p:nvSpPr>
        <p:spPr>
          <a:xfrm>
            <a:off x="8528388" y="146640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44552D-84D3-6881-2DAD-8D74BF62BA99}"/>
              </a:ext>
            </a:extLst>
          </p:cNvPr>
          <p:cNvSpPr txBox="1">
            <a:spLocks/>
          </p:cNvSpPr>
          <p:nvPr/>
        </p:nvSpPr>
        <p:spPr>
          <a:xfrm>
            <a:off x="4853616" y="1356122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468333-199A-925C-FB0F-E6337FE95033}"/>
              </a:ext>
            </a:extLst>
          </p:cNvPr>
          <p:cNvSpPr txBox="1">
            <a:spLocks/>
          </p:cNvSpPr>
          <p:nvPr/>
        </p:nvSpPr>
        <p:spPr>
          <a:xfrm>
            <a:off x="6449842" y="2648395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33EC9-3990-026B-CDE0-593EDFF0DB64}"/>
              </a:ext>
            </a:extLst>
          </p:cNvPr>
          <p:cNvSpPr txBox="1">
            <a:spLocks/>
          </p:cNvSpPr>
          <p:nvPr/>
        </p:nvSpPr>
        <p:spPr>
          <a:xfrm>
            <a:off x="5612276" y="3084913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1DF49-65E8-714B-426B-E86FD7D17186}"/>
              </a:ext>
            </a:extLst>
          </p:cNvPr>
          <p:cNvSpPr txBox="1">
            <a:spLocks/>
          </p:cNvSpPr>
          <p:nvPr/>
        </p:nvSpPr>
        <p:spPr>
          <a:xfrm>
            <a:off x="6220646" y="3299993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6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FF33EC9-3990-026B-CDE0-593EDFF0DB64}"/>
              </a:ext>
            </a:extLst>
          </p:cNvPr>
          <p:cNvSpPr txBox="1">
            <a:spLocks/>
          </p:cNvSpPr>
          <p:nvPr/>
        </p:nvSpPr>
        <p:spPr>
          <a:xfrm>
            <a:off x="4217324" y="3963671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7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5262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38BE-F524-2539-3763-03934B2C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2CF271-B66A-9189-E5A9-463008116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439233"/>
              </p:ext>
            </p:extLst>
          </p:nvPr>
        </p:nvGraphicFramePr>
        <p:xfrm>
          <a:off x="9742822" y="973027"/>
          <a:ext cx="2174094" cy="56968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850"/>
                        <a:t>1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네비게이션 바 로고 버튼. 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페이지로 이동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현재 회원가입 단계를 나타내는 단계별 인디케이터.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파란색 점(활성화된 점) 클릭 시 해당 단계의 페이지로 이동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나가기 버튼.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 또는 예보 서비스 페이지로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이동 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(어느 페이지에 있었는지에 따라)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3441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출생 년도 선택 콤보 박스.</a:t>
                      </a:r>
                      <a:br>
                        <a:rPr lang="ko-KR" altLang="en-US" sz="800" dirty="0"/>
                      </a:br>
                      <a:r>
                        <a:rPr lang="ko-KR" altLang="en-US" sz="800"/>
                        <a:t>직접 입력 또는 선택 둘 다 가능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344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관심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자치구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선택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콤보 박스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직접 입력 또는 선택 둘 다 가능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  <a:tr h="2703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/>
                        <a:t>기저질환 선택 드롭다운.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03672"/>
                  </a:ext>
                </a:extLst>
              </a:tr>
              <a:tr h="344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아이디 입력란.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텍스트를 입력 받음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201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확인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버튼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en-US" dirty="0"/>
                      </a:b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DB를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확인하여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아이디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중복일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경우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"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이미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중인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아이디입니다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."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출력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중복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경우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"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가능한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아이디입니다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"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화면에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출력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​</a:t>
                      </a:r>
                      <a:endParaRPr lang="en-US" altLang="ko-KR" sz="800" b="0" i="0" u="none" strike="noStrike" noProof="0" dirty="0" err="1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8754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 dirty="0"/>
                        <a:t>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</a:rPr>
                        <a:t>비밀번호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800" b="0" i="0" u="none" strike="noStrike" noProof="0" dirty="0" err="1">
                          <a:solidFill>
                            <a:srgbClr val="000000"/>
                          </a:solidFill>
                        </a:rPr>
                        <a:t>입력란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  <a:t>.</a:t>
                      </a:r>
                      <a:b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</a:rPr>
                        <a:t>8자~16자의 비밀번호를 입력 받음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08179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10</a:t>
                      </a:r>
                      <a:endParaRPr lang="ko-KR" sz="85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비밀번호 확인란.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비밀번호 입력란과 동일하게 입력한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경우 "확인 완료" 화면에 출력, 동일하지 않을 경우 "비밀번호 불일치" 화면에 출력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84565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11</a:t>
                      </a:r>
                      <a:endParaRPr lang="ko-KR" altLang="en-US" sz="85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 가입 완료 버튼.</a:t>
                      </a:r>
                      <a:b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DB에 회원 정보 전달 및 메인 대시보드 페이지 또는 예보 서비스 페이지로 이동 (어느 페이지에 있었는지에 따라)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78002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A9048F3-5790-F32B-6B12-E33F8782D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25868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회원 정보 입력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AIR-R-03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or 예보 서비스 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회원 가입 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이메일 인증 </a:t>
                      </a:r>
                      <a:r>
                        <a:rPr lang="ko-KR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회원 정보 입력</a:t>
                      </a:r>
                      <a:endParaRPr lang="ko-KR" altLang="en-US" sz="10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BC320B-A155-8F15-9B00-2CEACBC0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5" y="970935"/>
            <a:ext cx="7900509" cy="5592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5E925-8AF5-51C9-31CF-106580959E8B}"/>
              </a:ext>
            </a:extLst>
          </p:cNvPr>
          <p:cNvSpPr txBox="1">
            <a:spLocks/>
          </p:cNvSpPr>
          <p:nvPr/>
        </p:nvSpPr>
        <p:spPr>
          <a:xfrm>
            <a:off x="1569301" y="139266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F4E2F-14BB-B0E9-F26C-01FA7C8E20D0}"/>
              </a:ext>
            </a:extLst>
          </p:cNvPr>
          <p:cNvSpPr txBox="1">
            <a:spLocks/>
          </p:cNvSpPr>
          <p:nvPr/>
        </p:nvSpPr>
        <p:spPr>
          <a:xfrm>
            <a:off x="8528388" y="146640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B0F1A-62FF-67DF-4785-3BAED6F982A7}"/>
              </a:ext>
            </a:extLst>
          </p:cNvPr>
          <p:cNvSpPr txBox="1">
            <a:spLocks/>
          </p:cNvSpPr>
          <p:nvPr/>
        </p:nvSpPr>
        <p:spPr>
          <a:xfrm>
            <a:off x="4853616" y="1356122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2C284-CCE8-D14C-7616-81765F97D9D2}"/>
              </a:ext>
            </a:extLst>
          </p:cNvPr>
          <p:cNvSpPr txBox="1">
            <a:spLocks/>
          </p:cNvSpPr>
          <p:nvPr/>
        </p:nvSpPr>
        <p:spPr>
          <a:xfrm>
            <a:off x="5104052" y="278973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E93AD-4149-A1F4-70C9-B8270748F305}"/>
              </a:ext>
            </a:extLst>
          </p:cNvPr>
          <p:cNvSpPr txBox="1">
            <a:spLocks/>
          </p:cNvSpPr>
          <p:nvPr/>
        </p:nvSpPr>
        <p:spPr>
          <a:xfrm>
            <a:off x="6240906" y="2789733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9D33C-94D2-9CB6-39DD-B0A6F442A2AA}"/>
              </a:ext>
            </a:extLst>
          </p:cNvPr>
          <p:cNvSpPr txBox="1">
            <a:spLocks/>
          </p:cNvSpPr>
          <p:nvPr/>
        </p:nvSpPr>
        <p:spPr>
          <a:xfrm>
            <a:off x="6240906" y="336123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6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15007-6099-F965-0E26-9ADC22850434}"/>
              </a:ext>
            </a:extLst>
          </p:cNvPr>
          <p:cNvSpPr txBox="1">
            <a:spLocks/>
          </p:cNvSpPr>
          <p:nvPr/>
        </p:nvSpPr>
        <p:spPr>
          <a:xfrm>
            <a:off x="5448181" y="4043347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7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0B803-AAD0-942F-6C77-4AB15B8E70D1}"/>
              </a:ext>
            </a:extLst>
          </p:cNvPr>
          <p:cNvSpPr txBox="1">
            <a:spLocks/>
          </p:cNvSpPr>
          <p:nvPr/>
        </p:nvSpPr>
        <p:spPr>
          <a:xfrm>
            <a:off x="6238999" y="4263301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8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BCE550-DE03-A727-E91D-17B59DC86319}"/>
              </a:ext>
            </a:extLst>
          </p:cNvPr>
          <p:cNvSpPr txBox="1">
            <a:spLocks/>
          </p:cNvSpPr>
          <p:nvPr/>
        </p:nvSpPr>
        <p:spPr>
          <a:xfrm>
            <a:off x="5982810" y="4676298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9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931E4-AE5B-A0E3-E276-9319DFA4FA50}"/>
              </a:ext>
            </a:extLst>
          </p:cNvPr>
          <p:cNvSpPr txBox="1">
            <a:spLocks/>
          </p:cNvSpPr>
          <p:nvPr/>
        </p:nvSpPr>
        <p:spPr>
          <a:xfrm>
            <a:off x="5965936" y="5396206"/>
            <a:ext cx="229910" cy="22056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b="1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18B8D-620A-8E4E-D337-98261397514E}"/>
              </a:ext>
            </a:extLst>
          </p:cNvPr>
          <p:cNvSpPr txBox="1"/>
          <p:nvPr/>
        </p:nvSpPr>
        <p:spPr>
          <a:xfrm>
            <a:off x="5927530" y="5401190"/>
            <a:ext cx="301242" cy="183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4A0455-1C4B-D1F8-A910-4BB27AFD9D02}"/>
              </a:ext>
            </a:extLst>
          </p:cNvPr>
          <p:cNvSpPr txBox="1">
            <a:spLocks/>
          </p:cNvSpPr>
          <p:nvPr/>
        </p:nvSpPr>
        <p:spPr>
          <a:xfrm>
            <a:off x="5020429" y="6185965"/>
            <a:ext cx="229910" cy="22056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b="1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13EA5A-30D9-BB7A-3155-16B2F94A3182}"/>
              </a:ext>
            </a:extLst>
          </p:cNvPr>
          <p:cNvSpPr txBox="1"/>
          <p:nvPr/>
        </p:nvSpPr>
        <p:spPr>
          <a:xfrm>
            <a:off x="4982023" y="6190949"/>
            <a:ext cx="301242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800" b="1">
                <a:solidFill>
                  <a:schemeClr val="bg1"/>
                </a:solidFill>
                <a:latin typeface="Malgun Gothic"/>
                <a:ea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0386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69A6-F6D8-72A8-FCA8-DFDB2E78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4645E89-3D7B-CB51-2E64-977768724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521583"/>
              </p:ext>
            </p:extLst>
          </p:nvPr>
        </p:nvGraphicFramePr>
        <p:xfrm>
          <a:off x="9742822" y="973027"/>
          <a:ext cx="2174094" cy="33298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86929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</a:tblGrid>
              <a:tr h="246184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642397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네비게이션 바 로고 버튼. 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메인 대시보드 페이지로 이동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나가기 버튼</a:t>
                      </a: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페이지 또는 예보 서비스 </a:t>
                      </a:r>
                      <a:r>
                        <a:rPr 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이동 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어느 </a:t>
                      </a:r>
                      <a:r>
                        <a:rPr lang="ko-KR" altLang="en-US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페이지에 있었는지에 따라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endParaRPr lang="ko-KR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738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아이디 입력란.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텍스트를 입력 받음</a:t>
                      </a:r>
                      <a:endParaRPr lang="ko-KR" altLang="en-US" sz="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90674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850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비밀번호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입력란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b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</a:b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8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자</a:t>
                      </a:r>
                      <a:r>
                        <a:rPr lang="en-US" altLang="ko-KR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~16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자의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비밀번호를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입력</a:t>
                      </a:r>
                      <a:r>
                        <a:rPr lang="en-US" altLang="ko-KR" sz="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받음</a:t>
                      </a:r>
                      <a:endParaRPr lang="ko-KR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30816"/>
                  </a:ext>
                </a:extLst>
              </a:tr>
              <a:tr h="4293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/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800" dirty="0"/>
                        <a:t>로그인 버튼.</a:t>
                      </a:r>
                      <a:br>
                        <a:rPr lang="ko-KR" altLang="en-US" sz="800" dirty="0"/>
                      </a:br>
                      <a:r>
                        <a:rPr lang="ko-KR" altLang="en-US" sz="800" dirty="0"/>
                        <a:t>입력된 아이디 및 비밀번호와 DB 내 회원 정보를 대조하여 두 값이 일치하면 로그인 성공 및 메인 대시보드 페이지 또는 예보 서비스 페이지로 이동 (어느 페이지에 있었는지에 따라), 하나라도 다르면 "아이디 또는 </a:t>
                      </a:r>
                      <a:r>
                        <a:rPr lang="ko-KR" altLang="en-US" sz="800"/>
                        <a:t>비밀번호가 틀렸습니다." 화면에 출력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44620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0A06D4E-553C-3C62-B791-31B736134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25086"/>
              </p:ext>
            </p:extLst>
          </p:nvPr>
        </p:nvGraphicFramePr>
        <p:xfrm>
          <a:off x="689741" y="170793"/>
          <a:ext cx="8777933" cy="6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0485">
                  <a:extLst>
                    <a:ext uri="{9D8B030D-6E8A-4147-A177-3AD203B41FA5}">
                      <a16:colId xmlns:a16="http://schemas.microsoft.com/office/drawing/2014/main" val="81180989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09014521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974271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934759823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3804517190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485786034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38798755"/>
                    </a:ext>
                  </a:extLst>
                </a:gridCol>
                <a:gridCol w="1081064">
                  <a:extLst>
                    <a:ext uri="{9D8B030D-6E8A-4147-A177-3AD203B41FA5}">
                      <a16:colId xmlns:a16="http://schemas.microsoft.com/office/drawing/2014/main" val="2128813518"/>
                    </a:ext>
                  </a:extLst>
                </a:gridCol>
              </a:tblGrid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제목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/>
                        <a:t>로그인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</a:t>
                      </a:r>
                      <a:r>
                        <a:rPr lang="en-US" alt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ID</a:t>
                      </a: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AIR-L-01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작성자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안정현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날짜</a:t>
                      </a:r>
                      <a:endParaRPr lang="ko-KR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/>
                        <a:t>2026.03.18.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053850"/>
                  </a:ext>
                </a:extLst>
              </a:tr>
              <a:tr h="3150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화면 경로</a:t>
                      </a:r>
                      <a:endParaRPr lang="ko-KR" altLang="en-US" sz="1000" b="1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0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대시보드 or 예보 서비스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-&gt;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 로그인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ko-KR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4970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80FC0-B601-49DB-7D9D-48B8F4837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5" y="970935"/>
            <a:ext cx="7900509" cy="5592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CE1D47-71AE-CD66-284A-19DA2E344B20}"/>
              </a:ext>
            </a:extLst>
          </p:cNvPr>
          <p:cNvSpPr txBox="1">
            <a:spLocks/>
          </p:cNvSpPr>
          <p:nvPr/>
        </p:nvSpPr>
        <p:spPr>
          <a:xfrm>
            <a:off x="1569301" y="1392664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E07DE1-73F6-85CA-6331-70E0E6D782E0}"/>
              </a:ext>
            </a:extLst>
          </p:cNvPr>
          <p:cNvSpPr txBox="1">
            <a:spLocks/>
          </p:cNvSpPr>
          <p:nvPr/>
        </p:nvSpPr>
        <p:spPr>
          <a:xfrm>
            <a:off x="8528421" y="1479025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C665B7-3EBA-0CD2-B22B-C743C2F82F80}"/>
              </a:ext>
            </a:extLst>
          </p:cNvPr>
          <p:cNvSpPr txBox="1">
            <a:spLocks/>
          </p:cNvSpPr>
          <p:nvPr/>
        </p:nvSpPr>
        <p:spPr>
          <a:xfrm>
            <a:off x="6189836" y="2280956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81E12-B539-2DD7-B25F-C116EB17E593}"/>
              </a:ext>
            </a:extLst>
          </p:cNvPr>
          <p:cNvSpPr txBox="1">
            <a:spLocks/>
          </p:cNvSpPr>
          <p:nvPr/>
        </p:nvSpPr>
        <p:spPr>
          <a:xfrm>
            <a:off x="6036845" y="2842286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4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09AB4-9CE6-5336-61AE-FBEF952AFE89}"/>
              </a:ext>
            </a:extLst>
          </p:cNvPr>
          <p:cNvSpPr txBox="1">
            <a:spLocks/>
          </p:cNvSpPr>
          <p:nvPr/>
        </p:nvSpPr>
        <p:spPr>
          <a:xfrm>
            <a:off x="4283354" y="3755371"/>
            <a:ext cx="225963" cy="216778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>
                <a:alpha val="60000"/>
              </a:srgb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ea typeface="맑은 고딕"/>
              </a:rPr>
              <a:t>5</a:t>
            </a:r>
            <a:endParaRPr lang="ko-KR" altLang="en-US" sz="800" b="1" dirty="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34863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6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338</cp:revision>
  <dcterms:created xsi:type="dcterms:W3CDTF">2026-03-13T00:26:23Z</dcterms:created>
  <dcterms:modified xsi:type="dcterms:W3CDTF">2026-03-20T07:33:43Z</dcterms:modified>
</cp:coreProperties>
</file>